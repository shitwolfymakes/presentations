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_rels/presentation.xml.rels" ContentType="application/vnd.openxmlformats-package.relationships+xml"/>
  <Override PartName="/ppt/media/image1.jpeg" ContentType="image/jpeg"/>
  <Override PartName="/ppt/media/image2.png" ContentType="image/png"/>
  <Override PartName="/ppt/media/image3.jpeg" ContentType="image/jpeg"/>
  <Override PartName="/ppt/media/image4.png" ContentType="image/pn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9893123-B2DA-466F-AAFB-624B8F7A6F2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19CA13E-6BF1-43F7-9310-5521B837CB9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9576EBC-2549-4FFF-BA5F-F4413962BAB7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hyperlink" Target="https://github.com/shitwolfymakes/presentations" TargetMode="External"/><Relationship Id="rId2" Type="http://schemas.openxmlformats.org/officeDocument/2006/relationships/hyperlink" Target="https://linkedin.com/in/shitwolfymakes" TargetMode="External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Don’t Be The Next Tea:</a:t>
            </a:r>
            <a:br>
              <a:rPr sz="3200"/>
            </a:b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Defense in Depth for Founders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wolfy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-13392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CV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" name="" descr=""/>
          <p:cNvPicPr/>
          <p:nvPr/>
        </p:nvPicPr>
        <p:blipFill>
          <a:blip r:embed="rId1"/>
          <a:stretch/>
        </p:blipFill>
        <p:spPr>
          <a:xfrm>
            <a:off x="468000" y="608040"/>
            <a:ext cx="9144000" cy="5102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CV, cont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UTSA 2020, BS in CS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Missile Defense Agency, 2020-2023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Cofounder &amp; CTO, Fabra &amp; TapIQ, 2024-2026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Senior SWE, TrueBiz, present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Who This Talk Is For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Non-technical founders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Vibe coders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People with no tech knowledge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What Was Tea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Women only “whisper network” app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Warn each other about catfishing, creeps, etc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Provide ID to prove you’re a woman during signup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All IDs were saved to a public storage bucket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What Was Tea, cont.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" name="" descr=""/>
          <p:cNvPicPr/>
          <p:nvPr/>
        </p:nvPicPr>
        <p:blipFill>
          <a:blip r:embed="rId1"/>
          <a:stretch/>
        </p:blipFill>
        <p:spPr>
          <a:xfrm>
            <a:off x="1382400" y="1070280"/>
            <a:ext cx="7315200" cy="4105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Private By DEFAULT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If you take uploads, have 2 SEPARATE buckets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Name them “public” and “private”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Store bucket files in format </a:t>
            </a:r>
            <a:br>
              <a:rPr sz="3200"/>
            </a:b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users/&lt;user uuid&gt;/&lt;upload uuid&gt;</a:t>
            </a:r>
            <a:br>
              <a:rPr sz="3200"/>
            </a:b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orgs/&lt;org uuid&gt;/&lt;upload uuid&gt;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Dedicated code path the user must trigger to make an asset you store public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Not Trust The User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Your user is stupid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Your user is malicious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Validate all inputs to the app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Databases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" name="" descr=""/>
          <p:cNvPicPr/>
          <p:nvPr/>
        </p:nvPicPr>
        <p:blipFill>
          <a:blip r:embed="rId1"/>
          <a:stretch/>
        </p:blipFill>
        <p:spPr>
          <a:xfrm>
            <a:off x="1382400" y="1326600"/>
            <a:ext cx="7315200" cy="4105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Databases, cont.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Thou shalt have AT LEAST 2 users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 – Only able to modify DB schema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 – Read/write, can’t modify schema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Dedicated read-only user once you need replicas, data-exports, or separate read-only services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USING THE ADMIN USER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Databases, cont.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“Row Level Security” isn’t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Use an ORM, do not write raw SQL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Use transactions properly, ideally have a helper that returns a transaction for the query to use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Better to remove an unnecessary transaction than not be using one when you need it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Use a Secret Manager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Names vary but your cloud provider will have one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Use it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Passwords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Don’t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Prefer Magic Links and/or SSO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If you must: minimum 14 chars, no complexity requirements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Use bcrypt2 hashing or a NIST-approved PQC hash algo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Test In Staging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Worth the extra cost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Safe to let clankie blow this up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Make sure the staging DB has a quality representation of what user data looks like, or migrations tested here can pass when they should fail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SAST/DAST/fuzzers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Dependabot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SonarQube for IDE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Most languages have linters and quality checkers (ESLint, mypy, ruff)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Too many of these products to list, many free options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OWASP ZAP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Supply Chain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Pin dependencies to exact version numbers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GH Actions workflows should be pinned to commit SHAs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Enable dependabot to keep these up to date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Stop using javascript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Use .dockerignore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USE IT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Keep Learning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" name="" descr=""/>
          <p:cNvPicPr/>
          <p:nvPr/>
        </p:nvPicPr>
        <p:blipFill>
          <a:blip r:embed="rId1"/>
          <a:stretch/>
        </p:blipFill>
        <p:spPr>
          <a:xfrm>
            <a:off x="925200" y="1182600"/>
            <a:ext cx="8229600" cy="4617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Links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  <a:hlinkClick r:id="rId1"/>
              </a:rPr>
              <a:t>https://github.com/shitwolfymakes/presentations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  <a:hlinkClick r:id="rId2"/>
              </a:rPr>
              <a:t>https://linkedin.com/in/shitwolfymakes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2026-09-30T22:54:47Z</dcterms:created>
  <dc:creator/>
  <dc:description/>
  <dc:language>en-US</dc:language>
  <cp:lastModifiedBy/>
  <dcterms:modified xsi:type="dcterms:W3CDTF">2026-10-01T00:53:16Z</dcterms:modified>
  <cp:revision>6</cp:revision>
  <dc:subject/>
  <dc:title/>
</cp:coreProperties>
</file>